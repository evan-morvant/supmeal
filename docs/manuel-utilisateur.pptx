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A64BC-0815-4ED6-A649-B4946D200DDE}" type="datetimeFigureOut">
              <a:rPr lang="fr-FR" smtClean="0"/>
              <a:t>19/08/2026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D1C-5494-4EFA-8E34-09B3C78215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899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DED1C-5494-4EFA-8E34-09B3C782156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14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116" y="1645920"/>
            <a:ext cx="384048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28600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dirty="0">
                <a:solidFill>
                  <a:srgbClr val="FFFFFF"/>
                </a:solidFill>
                <a:latin typeface="Segoe UI Semibold"/>
              </a:rPr>
              <a:t>SUPMEAL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566160"/>
            <a:ext cx="1463040" cy="635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6858000" cy="662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dirty="0">
                <a:solidFill>
                  <a:srgbClr val="B6AEE0"/>
                </a:solidFill>
                <a:latin typeface="Segoe UI"/>
              </a:rPr>
              <a:t>Manuel </a:t>
            </a:r>
            <a:r>
              <a:rPr sz="2000" b="0" dirty="0" err="1">
                <a:solidFill>
                  <a:srgbClr val="B6AEE0"/>
                </a:solidFill>
                <a:latin typeface="Segoe UI"/>
              </a:rPr>
              <a:t>utilisateur</a:t>
            </a:r>
            <a:r>
              <a:rPr sz="2000" b="0" dirty="0">
                <a:solidFill>
                  <a:srgbClr val="B6AEE0"/>
                </a:solidFill>
                <a:latin typeface="Segoe UI"/>
              </a:rPr>
              <a:t> </a:t>
            </a:r>
            <a:endParaRPr lang="fr-FR" sz="2000" dirty="0">
              <a:solidFill>
                <a:srgbClr val="B6AEE0"/>
              </a:solidFill>
              <a:latin typeface="Segoe UI"/>
            </a:endParaRPr>
          </a:p>
          <a:p>
            <a:pPr algn="l">
              <a:lnSpc>
                <a:spcPct val="125000"/>
              </a:lnSpc>
            </a:pPr>
            <a:r>
              <a:rPr lang="fr-FR" sz="1600" dirty="0">
                <a:solidFill>
                  <a:srgbClr val="B6AEE0"/>
                </a:solidFill>
                <a:latin typeface="Segoe UI"/>
              </a:rPr>
              <a:t>G</a:t>
            </a:r>
            <a:r>
              <a:rPr sz="1600" b="0" dirty="0" err="1">
                <a:solidFill>
                  <a:srgbClr val="B6AEE0"/>
                </a:solidFill>
                <a:latin typeface="Segoe UI"/>
              </a:rPr>
              <a:t>estion</a:t>
            </a:r>
            <a:r>
              <a:rPr sz="1600" b="0" dirty="0">
                <a:solidFill>
                  <a:srgbClr val="B6AEE0"/>
                </a:solidFill>
                <a:latin typeface="Segoe UI"/>
              </a:rPr>
              <a:t> de </a:t>
            </a:r>
            <a:r>
              <a:rPr sz="1600" b="0" dirty="0" err="1">
                <a:solidFill>
                  <a:srgbClr val="B6AEE0"/>
                </a:solidFill>
                <a:latin typeface="Segoe UI"/>
              </a:rPr>
              <a:t>recettes</a:t>
            </a:r>
            <a:r>
              <a:rPr sz="1600" b="0" dirty="0">
                <a:solidFill>
                  <a:srgbClr val="B6AEE0"/>
                </a:solidFill>
                <a:latin typeface="Segoe UI"/>
              </a:rPr>
              <a:t> et planification de </a:t>
            </a:r>
            <a:r>
              <a:rPr sz="1600" b="0" dirty="0" err="1">
                <a:solidFill>
                  <a:srgbClr val="B6AEE0"/>
                </a:solidFill>
                <a:latin typeface="Segoe UI"/>
              </a:rPr>
              <a:t>repas</a:t>
            </a:r>
            <a:endParaRPr sz="1600" b="0" dirty="0">
              <a:solidFill>
                <a:srgbClr val="B6AEE0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B6AEE0"/>
                </a:solidFill>
                <a:latin typeface="Segoe UI"/>
              </a:rPr>
              <a:t>Evan Morvant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3B2F92"/>
                </a:solidFill>
                <a:latin typeface="Segoe UI Semibold"/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057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Premiers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871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Découvrir, créer un compte, se repérer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429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Vos recettes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8587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Écrire, lire, mettre de côté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Chercher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2303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Recherche plein texte et filtres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057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Les cookbooks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871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Partager, répartir les rôles, discuter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429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Planifier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8587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La semaine et la liste de 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F6B4A"/>
                </a:solidFill>
                <a:latin typeface="Segoe UI Semibold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A153B"/>
                </a:solidFill>
                <a:latin typeface="Segoe UI Semibold"/>
              </a:rPr>
              <a:t>Vos paramètres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2303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Compte, préférences, données</a:t>
            </a:r>
          </a:p>
        </p:txBody>
      </p:sp>
      <p:pic>
        <p:nvPicPr>
          <p:cNvPr id="24" name="Picture 2" descr="logo.png">
            <a:extLst>
              <a:ext uri="{FF2B5EF4-FFF2-40B4-BE49-F238E27FC236}">
                <a16:creationId xmlns:a16="http://schemas.microsoft.com/office/drawing/2014/main" id="{92FF8D41-B902-5044-CFC7-AC2F862109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Premiers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Regarder, s’inscrire, se repérer dans l’application.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Regarder sans compte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L’onglet Découvrir est ouvert à tous, sans inscription.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On y trouve les recettes rendues publiques, avec leur note et le temps qu’elles demandent.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 cadran se lit d’un coup d’œil : arc intérieur, la préparation ; arc extérieur, la cuisson.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Gradué sur une heure et demie : un cadran presque vide annonce une recette rapide.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1-decouvr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E2E51733-9FA0-DA82-0FD3-64691C117F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Créer un compte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Trois façons d’entrer : une adresse e-mail, un compte Google, un compte GitHub.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475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5A5474"/>
                </a:solidFill>
                <a:latin typeface="Segoe UI"/>
              </a:rPr>
              <a:t>Le mot de passe fait </a:t>
            </a:r>
            <a:r>
              <a:rPr lang="fr-FR" sz="1300" b="0" dirty="0">
                <a:solidFill>
                  <a:srgbClr val="5A5474"/>
                </a:solidFill>
                <a:latin typeface="Segoe UI"/>
              </a:rPr>
              <a:t>douze caractères 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au minimum</a:t>
            </a:r>
            <a:r>
              <a:rPr lang="fr-FR" sz="1300" dirty="0">
                <a:solidFill>
                  <a:srgbClr val="5A5474"/>
                </a:solidFill>
                <a:latin typeface="Segoe UI"/>
              </a:rPr>
              <a:t> (MAJ, min, 1-9, caractère spécial)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5A5474"/>
                </a:solidFill>
                <a:latin typeface="Segoe UI"/>
              </a:rPr>
              <a:t>Par Google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ou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GitHub, vous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n’en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aurez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pas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besoin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— vous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pourrez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en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définir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un plus tard.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4555" y="1143001"/>
            <a:ext cx="6919099" cy="4734560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2" descr="logo.png">
            <a:extLst>
              <a:ext uri="{FF2B5EF4-FFF2-40B4-BE49-F238E27FC236}">
                <a16:creationId xmlns:a16="http://schemas.microsoft.com/office/drawing/2014/main" id="{06A6B3E8-FB62-EF0B-F917-BC59C21B0E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3241513E-9F8A-5103-74CC-C2B10F6DE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94" y="1251260"/>
            <a:ext cx="6811353" cy="4578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L’accueil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« À cuisiner cette semaine » : des recettes choisies dans les vôtres et celles de vos cookbooks.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Vos allergies, vos favoris et ce qui est déjà au planning sont écartés.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Sous chaque carte, l’application dit pourquoi elle la propose.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Une suggestion qu’on ne comprend pas ne sert à rien.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3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E2A75AD2-9E7A-2B6D-5414-E99D3219D8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Vos recettes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Votre carnet personnel, et celles des carnets partagés.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Votre carnet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401568" cy="475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fr-FR" sz="1300" b="0" dirty="0">
                <a:solidFill>
                  <a:srgbClr val="5A5474"/>
                </a:solidFill>
                <a:latin typeface="Segoe UI"/>
              </a:rPr>
              <a:t>L’écran 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Mes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recettes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rassemble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les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vôtres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et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celles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des cookbooks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dont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vous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êtes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membre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 cœur en haut d’une carte la met en favori.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La mention Publique signale les recettes visibles de tous.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Sans cette mention, la recette n’est vue que de vous et des membres de vos cookbooks.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4-mes-recet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EE90089A-E81D-4CC0-2F73-9958BFE9CA4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Écrire une recette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Seul le titre est obligatoire : tout le reste se complète plus tard.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Ingrédients avec quantité, unité et précision — la quantité peut rester vide, le sel n’en a pas.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Étapes ordonnées, temps, portions, tags, image,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Une recette est privée par défaut. La passer en publique expose aussi ses tags.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3083" y="206314"/>
            <a:ext cx="4267507" cy="620401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5-nouvelle-rec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08" y="266501"/>
            <a:ext cx="4244271" cy="6134299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1494C93C-FBE4-88FA-6971-6CFDC27051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Lire une recette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En tête : le cadran, le temps total, les portions, la note et la visibilité.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Puis les ingrédients, puis les étapes numérotées.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Planifier, Ajouter aux favoris, Modifier.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Les avis sont publics, un par personne. On ne note pas sa propre recette.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7789" y="406400"/>
            <a:ext cx="3968619" cy="6003925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6-detail-rec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314" y="441653"/>
            <a:ext cx="3946046" cy="5959147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7B4E8EA2-2BCC-7F84-B705-A2873FE76E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Chercher une recette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Le titre, la description et les ingrédients, en même temps.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Recherche et filtres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Ingrédients et tags se cumulent : une recette doit tous les porter.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Les durées posent un maximum, séparément pour la préparation et la cuisson.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Les filtres s’inscrivent dans l’adresse : une recherche se partage en copiant l’URL.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Un filtre de durée écarte les recettes dont le temps n’est pas renseigné.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7-filt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5E326E46-BE98-FC62-A3B8-487292FD3B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Les cookbooks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Des carnets partagés : rassembler, discuter, planifier à plusieurs.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Les recettes du groupe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Nouvelle recette en crée une dans le carnet ; Ranger une recette y place une des vôtres.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Ranger ne déplace pas : la recette reste la vôtre et peut vivre dans plusieurs carnets.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Chaque cookbook a sa propre barre de recherche.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Retirer une recette du carnet ne la supprime pas.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9-cookbook-recet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275F6B07-B54F-F1C3-16E8-0922CD23ED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Les membres et leurs rôles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50292" cy="621792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53B"/>
                </a:solidFill>
                <a:latin typeface="Segoe UI Semibold"/>
              </a:rPr>
              <a:t>Lecteur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Consulte les recettes et le planning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24328"/>
            <a:ext cx="50292" cy="621792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53B"/>
                </a:solidFill>
                <a:latin typeface="Segoe UI Semibold"/>
              </a:rPr>
              <a:t>Commentateur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Ajoute des commentaires, participe à la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65576"/>
            <a:ext cx="50292" cy="621792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4655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53B"/>
                </a:solidFill>
                <a:latin typeface="Segoe UI Semibold"/>
              </a:rPr>
              <a:t>Éditeur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13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Ajoute et modifie recettes, planning et liste de courses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06824"/>
            <a:ext cx="50292" cy="621792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0682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A153B"/>
                </a:solidFill>
                <a:latin typeface="Segoe UI Semibold"/>
              </a:rPr>
              <a:t>Créateur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5429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5474"/>
                </a:solidFill>
                <a:latin typeface="Segoe UI"/>
              </a:rPr>
              <a:t>Gère les membres, les rôles et le cookbook lui-même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3931920" cy="10972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46811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Le lien d’invitation n’est affiché qu’une fois : copiez-le tout de suite. Le dernier créateur ne peut ni partir ni se rétrograder.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1115" y="1626394"/>
            <a:ext cx="6419850" cy="4519612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10-memb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35919"/>
            <a:ext cx="6400800" cy="4500562"/>
          </a:xfrm>
          <a:prstGeom prst="rect">
            <a:avLst/>
          </a:prstGeom>
        </p:spPr>
      </p:pic>
      <p:pic>
        <p:nvPicPr>
          <p:cNvPr id="22" name="Picture 2" descr="logo.png">
            <a:extLst>
              <a:ext uri="{FF2B5EF4-FFF2-40B4-BE49-F238E27FC236}">
                <a16:creationId xmlns:a16="http://schemas.microsoft.com/office/drawing/2014/main" id="{2C86202E-CF0B-332A-1132-3E037AAF80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Discuter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Un salon de messagerie propre au cookbook, en direct, sans rafraîchir la page.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Une pastille compte les messages arrivés pendant que vous étiez ailleurs.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Écrire demande le rôle Commentateur au minimum.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Sur une recette ouverte depuis un cookbook, un fil de commentaires s’ajoute sous les étapes.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11-discu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90BC0DAD-6F50-B15C-7DE7-FD49256F25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Planifier ses repas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La semaine, puis la liste de courses qui en découle.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Une semaine, quatre créneaux : petit-déjeuner, déjeuner, dîner, collation.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 sélecteur bascule entre votre planning et celui d’un cookbook.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Depuis une recette, le bouton Planifier fait la même chose en un clic.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2-plan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4" name="Picture 2" descr="logo.png">
            <a:extLst>
              <a:ext uri="{FF2B5EF4-FFF2-40B4-BE49-F238E27FC236}">
                <a16:creationId xmlns:a16="http://schemas.microsoft.com/office/drawing/2014/main" id="{6A55DB17-B275-9ECB-1408-47E031651B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La liste de courses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Engendrée depuis la semaine affichée, en un bouton.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Les quantités s’additionnent par ingrédient et par unité, au prorata des portions.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Cochez au fur et à mesure : la liste retient son état.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200 g et 2 cuillères de farine restent deux lignes : les additionner ne voudrait rien dire.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13-lis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B461ACEC-1EFA-4C24-3A99-4919356BDB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40" y="2057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37744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>
                <a:solidFill>
                  <a:srgbClr val="FF6B4A"/>
                </a:solidFill>
                <a:latin typeface="Segoe UI Semibol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Segoe UI Semibold"/>
              </a:rPr>
              <a:t>Vos paramètres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B6AEE0"/>
                </a:solidFill>
                <a:latin typeface="Segoe UI"/>
              </a:rPr>
              <a:t>Votre compte, vos goûts, et vos données.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Compte, préférences,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5A5474"/>
                </a:solidFill>
                <a:latin typeface="Segoe UI"/>
              </a:rPr>
              <a:t>Changer de mot de passe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ferme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vos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sessions sur les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autres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5474"/>
                </a:solidFill>
                <a:latin typeface="Segoe UI"/>
              </a:rPr>
              <a:t>appareils</a:t>
            </a:r>
            <a:r>
              <a:rPr sz="1300" b="0" dirty="0">
                <a:solidFill>
                  <a:srgbClr val="5A5474"/>
                </a:solidFill>
                <a:latin typeface="Segoe UI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4261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5603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Les préférences culinaires ne masquent aucune recette : elles servent à vous en proposer.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511296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Export en JSON, CSV ou Mealie ; import des mêmes formats ; portabilité de vos données.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3566160" cy="868680"/>
          </a:xfrm>
          <a:prstGeom prst="roundRect">
            <a:avLst/>
          </a:prstGeom>
          <a:solidFill>
            <a:srgbClr val="EF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623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B2F92"/>
                </a:solidFill>
                <a:latin typeface="Segoe UI"/>
              </a:rPr>
              <a:t>Un fichier d’export contient vos recettes en clair et se lit sans compte.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3915" y="1465659"/>
            <a:ext cx="6877050" cy="4841081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14-paramet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75184"/>
            <a:ext cx="6858000" cy="4822031"/>
          </a:xfrm>
          <a:prstGeom prst="rect">
            <a:avLst/>
          </a:prstGeom>
        </p:spPr>
      </p:pic>
      <p:pic>
        <p:nvPicPr>
          <p:cNvPr id="16" name="Picture 2" descr="logo.png">
            <a:extLst>
              <a:ext uri="{FF2B5EF4-FFF2-40B4-BE49-F238E27FC236}">
                <a16:creationId xmlns:a16="http://schemas.microsoft.com/office/drawing/2014/main" id="{A4CC00F3-337D-C464-DD99-22627141A6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3B2F92"/>
                </a:solidFill>
                <a:latin typeface="Segoe UI Semibold"/>
              </a:rPr>
              <a:t>Sur téléphone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05840" cy="508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840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5474"/>
                </a:solidFill>
                <a:latin typeface="Segoe UI"/>
              </a:rPr>
              <a:t>L’application s’utilise aussi bien sur un téléphone posé sur le plan de travail.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5A5474"/>
                </a:solidFill>
                <a:latin typeface="Segoe UI"/>
              </a:rPr>
              <a:t>Le rail latéral cède la place à une barre d’onglets sous le pouce.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300" b="0">
                <a:solidFill>
                  <a:srgbClr val="5A5474"/>
                </a:solidFill>
                <a:latin typeface="Segoe UI"/>
              </a:rPr>
              <a:t>L’en-tête garde la marque, votre nom et la déconnexion. Tout le reste est accessible, dans la même organisation.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26388" y="1362075"/>
            <a:ext cx="2131704" cy="4591050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5-mobile-recet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13" y="1371600"/>
            <a:ext cx="211265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6080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5474"/>
                </a:solidFill>
                <a:latin typeface="Segoe UI"/>
              </a:rPr>
              <a:t>Vos recettes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6788" y="1362075"/>
            <a:ext cx="2131704" cy="4591050"/>
          </a:xfrm>
          <a:prstGeom prst="rect">
            <a:avLst/>
          </a:prstGeom>
          <a:noFill/>
          <a:ln w="12700">
            <a:solidFill>
              <a:srgbClr val="E2D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6-mobile-plan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313" y="1371600"/>
            <a:ext cx="2112654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0" y="6080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5474"/>
                </a:solidFill>
                <a:latin typeface="Segoe UI"/>
              </a:rPr>
              <a:t>Le planning</a:t>
            </a:r>
          </a:p>
        </p:txBody>
      </p:sp>
      <p:pic>
        <p:nvPicPr>
          <p:cNvPr id="13" name="Picture 2" descr="logo.png">
            <a:extLst>
              <a:ext uri="{FF2B5EF4-FFF2-40B4-BE49-F238E27FC236}">
                <a16:creationId xmlns:a16="http://schemas.microsoft.com/office/drawing/2014/main" id="{BE653D63-7E48-6E4A-B816-D990AEF098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9000"/>
          </a:blip>
          <a:stretch>
            <a:fillRect/>
          </a:stretch>
        </p:blipFill>
        <p:spPr>
          <a:xfrm>
            <a:off x="11324642" y="104713"/>
            <a:ext cx="757084" cy="7570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17373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977639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Bon appétit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2A819-0E6B-2057-2AF3-B290A89500C9}"/>
              </a:ext>
            </a:extLst>
          </p:cNvPr>
          <p:cNvSpPr txBox="1"/>
          <p:nvPr/>
        </p:nvSpPr>
        <p:spPr>
          <a:xfrm>
            <a:off x="170098" y="6492238"/>
            <a:ext cx="1462057" cy="2253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B6AEE0"/>
                </a:solidFill>
                <a:latin typeface="Segoe UI"/>
              </a:rPr>
              <a:t>Evan Morvant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978</Words>
  <Application>Microsoft Office PowerPoint</Application>
  <PresentationFormat>Grand écran</PresentationFormat>
  <Paragraphs>118</Paragraphs>
  <Slides>23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Segoe UI</vt:lpstr>
      <vt:lpstr>Segoe UI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Evan Morvant</cp:lastModifiedBy>
  <cp:revision>12</cp:revision>
  <dcterms:created xsi:type="dcterms:W3CDTF">2013-01-27T09:14:16Z</dcterms:created>
  <dcterms:modified xsi:type="dcterms:W3CDTF">2026-08-19T14:42:50Z</dcterms:modified>
  <cp:category/>
</cp:coreProperties>
</file>